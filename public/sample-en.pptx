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Practice4"/>
    <p:sldId id="260" r:id="rIdPractice5"/>
    <p:sldId id="261" r:id="rIdPractice6"/>
    <p:sldId id="262" r:id="rIdPractice7"/>
    <p:sldId id="263" r:id="rIdPractice8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Practice4" Type="http://schemas.openxmlformats.org/officeDocument/2006/relationships/slide" Target="slides/slide4.xml"/><Relationship Id="rIdPractice5" Type="http://schemas.openxmlformats.org/officeDocument/2006/relationships/slide" Target="slides/slide5.xml"/><Relationship Id="rIdPractice6" Type="http://schemas.openxmlformats.org/officeDocument/2006/relationships/slide" Target="slides/slide6.xml"/><Relationship Id="rIdPractice7" Type="http://schemas.openxmlformats.org/officeDocument/2006/relationships/slide" Target="slides/slide7.xml"/><Relationship Id="rIdPractice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Quarterly sales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Sales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52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128M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+12% vs. last quarter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How to 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Slide numbers: 1-3 → Apply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Click a metric to select on all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Move with X/Y, then Undo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01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Extra practice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Search: Clear slides → search Sales → select matches / Shift+Enter to deselect</a:t>
            </a:r>
            <a:endParaRPr lang="en-US" sz="1300"/>
          </a:p>
        </p:txBody>
      </p:sp>
      <p:sp xmlns:a="http://schemas.openxmlformats.org/drawingml/2006/main" xmlns:p="http://schemas.openxmlformats.org/presentationml/2006/main">
        <p:nvSpPr>
          <p:cNvPr id="32" name="Next exercises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71809A"/>
                </a:solidFill>
                <a:latin typeface="Arial"/>
                <a:ea typeface="Malgun Gothic"/>
              </a:rPr>
              <a:t>4 Align / 5 Fit height / 6 Guides / 7 Groups / 8 Delete &amp; save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New customers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Customer growth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8849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2,480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+18% vs. last quarter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How to 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Slide numbers: 1-3 → Apply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Click a metric to select on all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Move with X/Y, then Undo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02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Extra practice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Elements: Apply 1-3 → search Text + space + 5 → Enter / Shift+Enter to deselect</a:t>
            </a:r>
            <a:endParaRPr lang="en-US" sz="1300"/>
          </a:p>
        </p:txBody>
      </p:sp>
      <p:sp xmlns:a="http://schemas.openxmlformats.org/drawingml/2006/main" xmlns:p="http://schemas.openxmlformats.org/presentationml/2006/main">
        <p:nvSpPr>
          <p:cNvPr id="32" name="Next exercises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71809A"/>
                </a:solidFill>
                <a:latin typeface="Arial"/>
                <a:ea typeface="Malgun Gothic"/>
              </a:rPr>
              <a:t>4 Align / 5 Fit height / 6 Guides / 7 Groups / 8 Delete &amp; save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8D6"/>
          </a:solidFill>
          <a:ln w="12700">
            <a:solidFill>
              <a:srgbClr val="4268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</a:rPr>
              <a:t>SLIDE SYNC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46"/>
                </a:solidFill>
              </a:rPr>
              <a:t>Project status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8A9F"/>
                </a:solidFill>
              </a:rPr>
              <a:t>Project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3EBFF"/>
          </a:solidFill>
          <a:ln w="12700">
            <a:solidFill>
              <a:srgbClr val="CC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916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5DBE"/>
                </a:solidFill>
              </a:rPr>
              <a:t>86%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C9C"/>
                </a:solidFill>
              </a:rPr>
              <a:t>Of this quarter's target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346"/>
                </a:solidFill>
              </a:rPr>
              <a:t>How to 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① Slide numbers: 1-3 → Apply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② Click a metric to select on all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7758D"/>
                </a:solidFill>
              </a:rPr>
              <a:t>③ Move with X/Y, then Undo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6263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390A7"/>
                </a:solidFill>
              </a:rPr>
              <a:t>03</a:t>
            </a:r>
            <a:endParaRPr lang="en-US" sz="1200" dirty="0"/>
          </a:p>
        </p:txBody>
      </p:sp>
      <p:sp xmlns:a="http://schemas.openxmlformats.org/drawingml/2006/main" xmlns:p="http://schemas.openxmlformats.org/presentationml/2006/main">
        <p:nvSpPr>
          <p:cNvPr id="31" name="Extra practice"/>
          <p:cNvSpPr txBox="1"/>
          <p:nvPr/>
        </p:nvSpPr>
        <p:spPr>
          <a:xfrm>
            <a:off x="720000" y="50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Batch edit: Apply 1-3 → click a title → align Center relative to the entire slide</a:t>
            </a:r>
            <a:endParaRPr lang="en-US" sz="1300"/>
          </a:p>
        </p:txBody>
      </p:sp>
      <p:sp xmlns:a="http://schemas.openxmlformats.org/drawingml/2006/main" xmlns:p="http://schemas.openxmlformats.org/presentationml/2006/main">
        <p:nvSpPr>
          <p:cNvPr id="32" name="Next exercises"/>
          <p:cNvSpPr txBox="1"/>
          <p:nvPr/>
        </p:nvSpPr>
        <p:spPr>
          <a:xfrm>
            <a:off x="720000" y="565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71809A"/>
                </a:solidFill>
                <a:latin typeface="Arial"/>
                <a:ea typeface="Malgun Gothic"/>
              </a:rPr>
              <a:t>4 Align / 5 Fit height / 6 Guides / 7 Groups / 8 Delete &amp; save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Align and distribute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banner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SLIDE SYNC  /  PRACTICE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b="1">
                <a:solidFill>
                  <a:srgbClr val="263346"/>
                </a:solidFill>
                <a:latin typeface="Arial"/>
                <a:ea typeface="Malgun Gothic"/>
              </a:rPr>
              <a:t>Align and distribute</a:t>
            </a:r>
            <a:endParaRPr lang="en-US" sz="2800"/>
          </a:p>
        </p:txBody>
      </p:sp>
      <p:sp>
        <p:nvSpPr>
          <p:cNvPr id="5" name="Subtitle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67758D"/>
                </a:solidFill>
                <a:latin typeface="Arial"/>
                <a:ea typeface="Malgun Gothic"/>
              </a:rPr>
              <a:t>Align these uneven cards and give them equal spacing.</a:t>
            </a:r>
            <a:endParaRPr lang="en-US" sz="1400"/>
          </a:p>
        </p:txBody>
      </p:sp>
      <p:sp>
        <p:nvSpPr>
          <p:cNvPr id="6" name="Instruction panel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Instruction heading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1">
                <a:solidFill>
                  <a:srgbClr val="263346"/>
                </a:solidFill>
                <a:latin typeface="Arial"/>
                <a:ea typeface="Malgun Gothic"/>
              </a:rPr>
              <a:t>Try it yourself</a:t>
            </a:r>
            <a:endParaRPr lang="en-US" sz="1800"/>
          </a:p>
        </p:txBody>
      </p:sp>
      <p:sp>
        <p:nvSpPr>
          <p:cNvPr id="8" name="Instructions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① Search Row + Card (no space)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Enter selects all 3 cards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② Relative to: Selection bounds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Top → Distribute horizontally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③ Undo each change, then try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Middle and Bottom; undo each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④ Clear → search Column + Card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No space; Left → Distribute vertically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⑤ Try Center and Right; undo each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⑥ Click just one card and try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aligning relative to Entire slide</a:t>
            </a:r>
            <a:endParaRPr lang="en-US" sz="1400"/>
          </a:p>
        </p:txBody>
      </p:sp>
      <p:sp>
        <p:nvSpPr>
          <p:cNvPr id="9" name="Shared help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Start: Apply only this slide by number → Clear the selected elements on the right</a:t>
            </a:r>
            <a:endParaRPr lang="en-US" sz="1100"/>
          </a:p>
        </p:txBody>
      </p:sp>
      <p:sp>
        <p:nvSpPr>
          <p:cNvPr id="10" name="Page number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8390A7"/>
                </a:solidFill>
                <a:latin typeface="Arial"/>
                <a:ea typeface="Malgun Gothic"/>
              </a:rPr>
              <a:t>04</a:t>
            </a:r>
            <a:endParaRPr lang="en-US" sz="1200"/>
          </a:p>
        </p:txBody>
      </p:sp>
      <p:sp>
        <p:nvSpPr>
          <p:cNvPr id="11" name="RowCard 1"/>
          <p:cNvSpPr txBox="1"/>
          <p:nvPr/>
        </p:nvSpPr>
        <p:spPr>
          <a:xfrm>
            <a:off x="720000" y="2484000"/>
            <a:ext cx="1332000" cy="576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Card 1</a:t>
            </a:r>
            <a:endParaRPr lang="en-US" sz="1800"/>
          </a:p>
        </p:txBody>
      </p:sp>
      <p:sp>
        <p:nvSpPr>
          <p:cNvPr id="12" name="RowCard 2"/>
          <p:cNvSpPr txBox="1"/>
          <p:nvPr/>
        </p:nvSpPr>
        <p:spPr>
          <a:xfrm>
            <a:off x="2340000" y="2736000"/>
            <a:ext cx="1512000" cy="576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Card 2</a:t>
            </a:r>
            <a:endParaRPr lang="en-US" sz="1800"/>
          </a:p>
        </p:txBody>
      </p:sp>
      <p:sp>
        <p:nvSpPr>
          <p:cNvPr id="13" name="RowCard 3"/>
          <p:cNvSpPr txBox="1"/>
          <p:nvPr/>
        </p:nvSpPr>
        <p:spPr>
          <a:xfrm>
            <a:off x="4752000" y="2304000"/>
            <a:ext cx="1692000" cy="576000"/>
          </a:xfrm>
          <a:prstGeom prst="rect">
            <a:avLst/>
          </a:prstGeom>
          <a:solidFill>
            <a:srgbClr val="FFE9C9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Card 3</a:t>
            </a:r>
            <a:endParaRPr lang="en-US" sz="1800"/>
          </a:p>
        </p:txBody>
      </p:sp>
      <p:sp>
        <p:nvSpPr>
          <p:cNvPr id="14" name="ColumnCard 1"/>
          <p:cNvSpPr txBox="1"/>
          <p:nvPr/>
        </p:nvSpPr>
        <p:spPr>
          <a:xfrm>
            <a:off x="900000" y="3672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600" b="0">
                <a:solidFill>
                  <a:srgbClr val="263346"/>
                </a:solidFill>
                <a:latin typeface="Arial"/>
                <a:ea typeface="Malgun Gothic"/>
              </a:rPr>
              <a:t>Item 1</a:t>
            </a:r>
            <a:endParaRPr lang="en-US" sz="1600"/>
          </a:p>
        </p:txBody>
      </p:sp>
      <p:sp>
        <p:nvSpPr>
          <p:cNvPr id="15" name="ColumnCard 2"/>
          <p:cNvSpPr txBox="1"/>
          <p:nvPr/>
        </p:nvSpPr>
        <p:spPr>
          <a:xfrm>
            <a:off x="1440000" y="4320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600" b="0">
                <a:solidFill>
                  <a:srgbClr val="263346"/>
                </a:solidFill>
                <a:latin typeface="Arial"/>
                <a:ea typeface="Malgun Gothic"/>
              </a:rPr>
              <a:t>Item 2</a:t>
            </a:r>
            <a:endParaRPr lang="en-US" sz="1600"/>
          </a:p>
        </p:txBody>
      </p:sp>
      <p:sp>
        <p:nvSpPr>
          <p:cNvPr id="16" name="ColumnCard 3"/>
          <p:cNvSpPr txBox="1"/>
          <p:nvPr/>
        </p:nvSpPr>
        <p:spPr>
          <a:xfrm>
            <a:off x="1080000" y="5400000"/>
            <a:ext cx="1800000" cy="432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600" b="0">
                <a:solidFill>
                  <a:srgbClr val="263346"/>
                </a:solidFill>
                <a:latin typeface="Arial"/>
                <a:ea typeface="Malgun Gothic"/>
              </a:rPr>
              <a:t>Item 3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Fit text box height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banner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SLIDE SYNC  /  PRACTICE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b="1">
                <a:solidFill>
                  <a:srgbClr val="263346"/>
                </a:solidFill>
                <a:latin typeface="Arial"/>
                <a:ea typeface="Malgun Gothic"/>
              </a:rPr>
              <a:t>Fit text box height</a:t>
            </a:r>
            <a:endParaRPr lang="en-US" sz="2800"/>
          </a:p>
        </p:txBody>
      </p:sp>
      <p:sp>
        <p:nvSpPr>
          <p:cNvPr id="5" name="Subtitle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67758D"/>
                </a:solidFill>
                <a:latin typeface="Arial"/>
                <a:ea typeface="Malgun Gothic"/>
              </a:rPr>
              <a:t>Short boxes grow; boxes with excess space shrink.</a:t>
            </a:r>
            <a:endParaRPr lang="en-US" sz="1400"/>
          </a:p>
        </p:txBody>
      </p:sp>
      <p:sp>
        <p:nvSpPr>
          <p:cNvPr id="6" name="Instruction panel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Instruction heading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1">
                <a:solidFill>
                  <a:srgbClr val="263346"/>
                </a:solidFill>
                <a:latin typeface="Arial"/>
                <a:ea typeface="Malgun Gothic"/>
              </a:rPr>
              <a:t>Try it yourself</a:t>
            </a:r>
            <a:endParaRPr lang="en-US" sz="1800"/>
          </a:p>
        </p:txBody>
      </p:sp>
      <p:sp>
        <p:nvSpPr>
          <p:cNvPr id="8" name="Instructions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① Search Height + Demo (no space)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② Enter → open Text box fitting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③ Choose Selected text boxes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→ Fit height to text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④ Compare the two box heights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⑤ Undo the last change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⑥ Change the scope to all text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boxes on target slides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→ Fit height again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⑦ Titles and instructions change too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Check the result, then Undo</a:t>
            </a:r>
            <a:endParaRPr lang="en-US" sz="1400"/>
          </a:p>
        </p:txBody>
      </p:sp>
      <p:sp>
        <p:nvSpPr>
          <p:cNvPr id="9" name="Shared help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Start: Apply only this slide by number → Clear the selected elements on the right</a:t>
            </a:r>
            <a:endParaRPr lang="en-US" sz="1100"/>
          </a:p>
        </p:txBody>
      </p:sp>
      <p:sp>
        <p:nvSpPr>
          <p:cNvPr id="10" name="Page number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8390A7"/>
                </a:solidFill>
                <a:latin typeface="Arial"/>
                <a:ea typeface="Malgun Gothic"/>
              </a:rPr>
              <a:t>05</a:t>
            </a:r>
            <a:endParaRPr lang="en-US" sz="1200"/>
          </a:p>
        </p:txBody>
      </p:sp>
      <p:sp>
        <p:nvSpPr>
          <p:cNvPr id="11" name="Short box label"/>
          <p:cNvSpPr txBox="1"/>
          <p:nvPr/>
        </p:nvSpPr>
        <p:spPr>
          <a:xfrm>
            <a:off x="720000" y="2232000"/>
            <a:ext cx="61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500" b="1">
                <a:solidFill>
                  <a:srgbClr val="263346"/>
                </a:solidFill>
                <a:latin typeface="Arial"/>
                <a:ea typeface="Malgun Gothic"/>
              </a:rPr>
              <a:t>A. Box is too short</a:t>
            </a:r>
            <a:endParaRPr lang="en-US" sz="1500"/>
          </a:p>
        </p:txBody>
      </p:sp>
      <p:sp>
        <p:nvSpPr>
          <p:cNvPr id="12" name="HeightDemo grow"/>
          <p:cNvSpPr txBox="1"/>
          <p:nvPr/>
        </p:nvSpPr>
        <p:spPr>
          <a:xfrm>
            <a:off x="720000" y="2700000"/>
            <a:ext cx="5760000" cy="234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Project progress report</a:t>
            </a:r>
            <a:endParaRPr lang="en-US" sz="1800"/>
          </a:p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Design and build are complete.</a:t>
            </a:r>
            <a:endParaRPr lang="en-US" sz="1800"/>
          </a:p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Next step: user validation.</a:t>
            </a:r>
            <a:endParaRPr lang="en-US" sz="1800"/>
          </a:p>
        </p:txBody>
      </p:sp>
      <p:sp>
        <p:nvSpPr>
          <p:cNvPr id="13" name="Tall box label"/>
          <p:cNvSpPr txBox="1"/>
          <p:nvPr/>
        </p:nvSpPr>
        <p:spPr>
          <a:xfrm>
            <a:off x="720000" y="3960000"/>
            <a:ext cx="61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500" b="1">
                <a:solidFill>
                  <a:srgbClr val="263346"/>
                </a:solidFill>
                <a:latin typeface="Arial"/>
                <a:ea typeface="Malgun Gothic"/>
              </a:rPr>
              <a:t>B. Box is too tall</a:t>
            </a:r>
            <a:endParaRPr lang="en-US" sz="1500"/>
          </a:p>
        </p:txBody>
      </p:sp>
      <p:sp>
        <p:nvSpPr>
          <p:cNvPr id="14" name="HeightDemo shrink"/>
          <p:cNvSpPr txBox="1"/>
          <p:nvPr/>
        </p:nvSpPr>
        <p:spPr>
          <a:xfrm>
            <a:off x="720000" y="4392000"/>
            <a:ext cx="5760000" cy="1512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Review complete. Ready for the next step.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Guides and precise move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banner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SLIDE SYNC  /  PRACTICE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b="1">
                <a:solidFill>
                  <a:srgbClr val="263346"/>
                </a:solidFill>
                <a:latin typeface="Arial"/>
                <a:ea typeface="Malgun Gothic"/>
              </a:rPr>
              <a:t>Guides and precise moves</a:t>
            </a:r>
            <a:endParaRPr lang="en-US" sz="2800"/>
          </a:p>
        </p:txBody>
      </p:sp>
      <p:sp>
        <p:nvSpPr>
          <p:cNvPr id="5" name="Subtitle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67758D"/>
                </a:solidFill>
                <a:latin typeface="Arial"/>
                <a:ea typeface="Malgun Gothic"/>
              </a:rPr>
              <a:t>Add shared guides and snap a card's edge or center to them.</a:t>
            </a:r>
            <a:endParaRPr lang="en-US" sz="1400"/>
          </a:p>
        </p:txBody>
      </p:sp>
      <p:sp>
        <p:nvSpPr>
          <p:cNvPr id="6" name="Instruction panel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Instruction heading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1">
                <a:solidFill>
                  <a:srgbClr val="263346"/>
                </a:solidFill>
                <a:latin typeface="Arial"/>
                <a:ea typeface="Malgun Gothic"/>
              </a:rPr>
              <a:t>Try it yourself</a:t>
            </a:r>
            <a:endParaRPr lang="en-US" sz="1800"/>
          </a:p>
        </p:txBody>
      </p:sp>
      <p:sp>
        <p:nvSpPr>
          <p:cNvPr id="8" name="Instructions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① Open Guides → Show guides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② Add vertical guide → position 10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→ Apply; horizontal guide: 9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③ Enable Snap to guides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→ Move the card near a guide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④ Alt+drag disables snapping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Shift+drag locks the axis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⑤ Enable Edit guides by dragging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→ Drag a guide to move it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⑥ Select a guide → Delete → Undo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Try hiding and showing guides</a:t>
            </a:r>
            <a:endParaRPr lang="en-US" sz="1400"/>
          </a:p>
        </p:txBody>
      </p:sp>
      <p:sp>
        <p:nvSpPr>
          <p:cNvPr id="9" name="Shared help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Start: Apply only this slide by number → Clear the selected elements on the right</a:t>
            </a:r>
            <a:endParaRPr lang="en-US" sz="1100"/>
          </a:p>
        </p:txBody>
      </p:sp>
      <p:sp>
        <p:nvSpPr>
          <p:cNvPr id="10" name="Page number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8390A7"/>
                </a:solidFill>
                <a:latin typeface="Arial"/>
                <a:ea typeface="Malgun Gothic"/>
              </a:rPr>
              <a:t>06</a:t>
            </a:r>
            <a:endParaRPr lang="en-US" sz="1200"/>
          </a:p>
        </p:txBody>
      </p:sp>
      <p:sp>
        <p:nvSpPr>
          <p:cNvPr id="11" name="MoveDemo card"/>
          <p:cNvSpPr txBox="1"/>
          <p:nvPr/>
        </p:nvSpPr>
        <p:spPr>
          <a:xfrm>
            <a:off x="1080000" y="2880000"/>
            <a:ext cx="3240000" cy="900000"/>
          </a:xfrm>
          <a:prstGeom prst="rect">
            <a:avLst/>
          </a:prstGeom>
          <a:solidFill>
            <a:srgbClr val="DCE7FF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Snap me to a guide</a:t>
            </a:r>
            <a:endParaRPr lang="en-US" sz="1800"/>
          </a:p>
        </p:txBody>
      </p:sp>
      <p:sp>
        <p:nvSpPr>
          <p:cNvPr id="12" name="Move instructions"/>
          <p:cNvSpPr txBox="1"/>
          <p:nvPr/>
        </p:nvSpPr>
        <p:spPr>
          <a:xfrm>
            <a:off x="720000" y="4320000"/>
            <a:ext cx="6120000" cy="14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Select the card → Set the same position</a:t>
            </a:r>
            <a:endParaRPr lang="en-US" sz="1300"/>
          </a:p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X 3 / Y 8 → Move; then choose Move by the same offset</a:t>
            </a:r>
            <a:endParaRPr lang="en-US" sz="1300"/>
          </a:p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X 1 / Y 0.5 → Move. Try arrow keys for fine adjustments.</a:t>
            </a:r>
            <a:endParaRPr lang="en-US" sz="1300"/>
          </a:p>
          <a:p>
            <a:pPr>
              <a:lnSpc>
                <a:spcPct val="120000"/>
              </a:lnSpc>
              <a:buNone/>
            </a:pPr>
            <a:r>
              <a:rPr lang="en-US" sz="1300" b="0">
                <a:solidFill>
                  <a:srgbClr val="536C9C"/>
                </a:solidFill>
                <a:latin typeface="Arial"/>
                <a:ea typeface="Malgun Gothic"/>
              </a:rPr>
              <a:t>Shared guides apply to every slide and are included in the saved file.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Groups and box selection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banner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SLIDE SYNC  /  PRACTICE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b="1">
                <a:solidFill>
                  <a:srgbClr val="263346"/>
                </a:solidFill>
                <a:latin typeface="Arial"/>
                <a:ea typeface="Malgun Gothic"/>
              </a:rPr>
              <a:t>Groups and box selection</a:t>
            </a:r>
            <a:endParaRPr lang="en-US" sz="2800"/>
          </a:p>
        </p:txBody>
      </p:sp>
      <p:sp>
        <p:nvSpPr>
          <p:cNvPr id="5" name="Subtitle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67758D"/>
                </a:solidFill>
                <a:latin typeface="Arial"/>
                <a:ea typeface="Malgun Gothic"/>
              </a:rPr>
              <a:t>Move a group as one, or drag a box to select several elements.</a:t>
            </a:r>
            <a:endParaRPr lang="en-US" sz="1400"/>
          </a:p>
        </p:txBody>
      </p:sp>
      <p:sp>
        <p:nvSpPr>
          <p:cNvPr id="6" name="Instruction panel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Instruction heading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1">
                <a:solidFill>
                  <a:srgbClr val="263346"/>
                </a:solidFill>
                <a:latin typeface="Arial"/>
                <a:ea typeface="Malgun Gothic"/>
              </a:rPr>
              <a:t>Try it yourself</a:t>
            </a:r>
            <a:endParaRPr lang="en-US" sz="1800"/>
          </a:p>
        </p:txBody>
      </p:sp>
      <p:sp>
        <p:nvSpPr>
          <p:cNvPr id="8" name="Instructions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① Search Demo + Group (no space)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Enter → check the group is selected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② Drag the group to move it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Undo to restore its position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③ Clear → drag from empty space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to enclose the two small cards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④ Ctrl/Shift/Cmd+click toggles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selection; Esc clears it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⑤ Enable Box select → drag over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the group to select small cards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⑥ Expand/collapse Selected elements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Check that panel state is kept</a:t>
            </a:r>
            <a:endParaRPr lang="en-US" sz="1400"/>
          </a:p>
        </p:txBody>
      </p:sp>
      <p:sp>
        <p:nvSpPr>
          <p:cNvPr id="9" name="Shared help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Start: Apply only this slide by number → Clear the selected elements on the right</a:t>
            </a:r>
            <a:endParaRPr lang="en-US" sz="1100"/>
          </a:p>
        </p:txBody>
      </p:sp>
      <p:sp>
        <p:nvSpPr>
          <p:cNvPr id="10" name="Page number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8390A7"/>
                </a:solidFill>
                <a:latin typeface="Arial"/>
                <a:ea typeface="Malgun Gothic"/>
              </a:rPr>
              <a:t>07</a:t>
            </a:r>
            <a:endParaRPr lang="en-US" sz="1200"/>
          </a:p>
        </p:txBody>
      </p:sp>
      <p:grpSp>
        <p:nvGrpSpPr>
          <p:cNvPr id="13" name="DemoGroup"/>
          <p:cNvGrpSpPr/>
          <p:nvPr/>
        </p:nvGrpSpPr>
        <p:grpSpPr>
          <a:xfrm>
            <a:off x="720000" y="2520000"/>
            <a:ext cx="5400000" cy="1080000"/>
            <a:chOff x="720000" y="2520000"/>
            <a:chExt cx="5400000" cy="1080000"/>
          </a:xfrm>
        </p:grpSpPr>
        <p:sp>
          <p:nvSpPr>
            <p:cNvPr id="11" name="Group background"/>
            <p:cNvSpPr txBox="0"/>
            <p:nvPr/>
          </p:nvSpPr>
          <p:spPr>
            <a:xfrm>
              <a:off x="720000" y="2520000"/>
              <a:ext cx="5400000" cy="1080000"/>
            </a:xfrm>
            <a:prstGeom prst="rect">
              <a:avLst/>
            </a:prstGeom>
            <a:solidFill>
              <a:srgbClr val="DCE7FF"/>
            </a:solidFill>
            <a:ln>
              <a:noFill/>
            </a:ln>
          </p:spPr>
        </p:sp>
        <p:sp>
          <p:nvSpPr>
            <p:cNvPr id="12" name="Group search label"/>
            <p:cNvSpPr txBox="1"/>
            <p:nvPr/>
          </p:nvSpPr>
          <p:spPr>
            <a:xfrm>
              <a:off x="1080000" y="2808000"/>
              <a:ext cx="468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54000" tIns="36000" rIns="54000" bIns="36000" anchor="t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en-US" sz="2000" b="1">
                  <a:solidFill>
                    <a:srgbClr val="263346"/>
                  </a:solidFill>
                  <a:latin typeface="Arial"/>
                  <a:ea typeface="Malgun Gothic"/>
                </a:rPr>
                <a:t>A team that moves together</a:t>
              </a:r>
              <a:endParaRPr lang="en-US" sz="2000"/>
            </a:p>
          </p:txBody>
        </p:sp>
      </p:grpSp>
      <p:sp>
        <p:nvSpPr>
          <p:cNvPr id="14" name="BoxCard 1"/>
          <p:cNvSpPr txBox="1"/>
          <p:nvPr/>
        </p:nvSpPr>
        <p:spPr>
          <a:xfrm>
            <a:off x="1080000" y="4320000"/>
            <a:ext cx="2160000" cy="72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Card A</a:t>
            </a:r>
            <a:endParaRPr lang="en-US" sz="1800"/>
          </a:p>
        </p:txBody>
      </p:sp>
      <p:sp>
        <p:nvSpPr>
          <p:cNvPr id="15" name="BoxCard 2"/>
          <p:cNvSpPr txBox="1"/>
          <p:nvPr/>
        </p:nvSpPr>
        <p:spPr>
          <a:xfrm>
            <a:off x="3960000" y="4608000"/>
            <a:ext cx="2160000" cy="720000"/>
          </a:xfrm>
          <a:prstGeom prst="rect">
            <a:avLst/>
          </a:prstGeom>
          <a:solidFill>
            <a:srgbClr val="FFE9C9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>
                <a:solidFill>
                  <a:srgbClr val="263346"/>
                </a:solidFill>
                <a:latin typeface="Arial"/>
                <a:ea typeface="Malgun Gothic"/>
              </a:rPr>
              <a:t>Card B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Delete, undo and save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banner"/>
          <p:cNvSpPr txBox="0"/>
          <p:nvPr/>
        </p:nvSpPr>
        <p:spPr>
          <a:xfrm>
            <a:off x="0" y="0"/>
            <a:ext cx="12192012" cy="108000"/>
          </a:xfrm>
          <a:prstGeom prst="rect">
            <a:avLst/>
          </a:prstGeom>
          <a:solidFill>
            <a:srgbClr val="4268D6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720000" y="36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SLIDE SYNC  /  PRACTICE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720000" y="82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b="1">
                <a:solidFill>
                  <a:srgbClr val="263346"/>
                </a:solidFill>
                <a:latin typeface="Arial"/>
                <a:ea typeface="Malgun Gothic"/>
              </a:rPr>
              <a:t>Delete, undo and save</a:t>
            </a:r>
            <a:endParaRPr lang="en-US" sz="2800"/>
          </a:p>
        </p:txBody>
      </p:sp>
      <p:sp>
        <p:nvSpPr>
          <p:cNvPr id="5" name="Subtitle"/>
          <p:cNvSpPr txBox="1"/>
          <p:nvPr/>
        </p:nvSpPr>
        <p:spPr>
          <a:xfrm>
            <a:off x="720000" y="1476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67758D"/>
                </a:solidFill>
                <a:latin typeface="Arial"/>
                <a:ea typeface="Malgun Gothic"/>
              </a:rPr>
              <a:t>Delete an element, download your edits, then reopen the file.</a:t>
            </a:r>
            <a:endParaRPr lang="en-US" sz="1400"/>
          </a:p>
        </p:txBody>
      </p:sp>
      <p:sp>
        <p:nvSpPr>
          <p:cNvPr id="6" name="Instruction panel"/>
          <p:cNvSpPr txBox="0"/>
          <p:nvPr/>
        </p:nvSpPr>
        <p:spPr>
          <a:xfrm>
            <a:off x="7308000" y="2160000"/>
            <a:ext cx="4176000" cy="3888000"/>
          </a:xfrm>
          <a:prstGeom prst="rect">
            <a:avLst/>
          </a:prstGeom>
          <a:solidFill>
            <a:srgbClr val="E3EBFF"/>
          </a:solidFill>
          <a:ln>
            <a:noFill/>
          </a:ln>
        </p:spPr>
      </p:sp>
      <p:sp>
        <p:nvSpPr>
          <p:cNvPr id="7" name="Instruction heading"/>
          <p:cNvSpPr txBox="1"/>
          <p:nvPr/>
        </p:nvSpPr>
        <p:spPr>
          <a:xfrm>
            <a:off x="7560000" y="23760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1">
                <a:solidFill>
                  <a:srgbClr val="263346"/>
                </a:solidFill>
                <a:latin typeface="Arial"/>
                <a:ea typeface="Malgun Gothic"/>
              </a:rPr>
              <a:t>Try it yourself</a:t>
            </a:r>
            <a:endParaRPr lang="en-US" sz="1800"/>
          </a:p>
        </p:txBody>
      </p:sp>
      <p:sp>
        <p:nvSpPr>
          <p:cNvPr id="8" name="Instructions"/>
          <p:cNvSpPr txBox="1"/>
          <p:nvPr/>
        </p:nvSpPr>
        <p:spPr>
          <a:xfrm>
            <a:off x="7560000" y="2844000"/>
            <a:ext cx="3672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① Search Delete + Demo (no space)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② Enter → Delete selected elements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③ Undo to restore the badge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④ Delete or Backspace removes it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Ctrl/Cmd+Z restores it again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⑤ Download edited PPTX → save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⑥ Use Open PPTX or drop the file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to reopen your saved edits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⑦ Recent PPTX → open a saved file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   Try removing an unneeded entry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※ Edits are not saved automatically</a:t>
            </a:r>
            <a:endParaRPr lang="en-US" sz="1400"/>
          </a:p>
        </p:txBody>
      </p:sp>
      <p:sp>
        <p:nvSpPr>
          <p:cNvPr id="9" name="Shared help"/>
          <p:cNvSpPr txBox="1"/>
          <p:nvPr/>
        </p:nvSpPr>
        <p:spPr>
          <a:xfrm>
            <a:off x="720000" y="6282000"/>
            <a:ext cx="100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100" b="0">
                <a:solidFill>
                  <a:srgbClr val="71809A"/>
                </a:solidFill>
                <a:latin typeface="Arial"/>
                <a:ea typeface="Malgun Gothic"/>
              </a:rPr>
              <a:t>Start: Apply only this slide by number → Clear the selected elements on the right</a:t>
            </a:r>
            <a:endParaRPr lang="en-US" sz="1100"/>
          </a:p>
        </p:txBody>
      </p:sp>
      <p:sp>
        <p:nvSpPr>
          <p:cNvPr id="10" name="Page number"/>
          <p:cNvSpPr txBox="1"/>
          <p:nvPr/>
        </p:nvSpPr>
        <p:spPr>
          <a:xfrm>
            <a:off x="11160000" y="62820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200" b="0">
                <a:solidFill>
                  <a:srgbClr val="8390A7"/>
                </a:solidFill>
                <a:latin typeface="Arial"/>
                <a:ea typeface="Malgun Gothic"/>
              </a:rPr>
              <a:t>08</a:t>
            </a:r>
            <a:endParaRPr lang="en-US" sz="1200"/>
          </a:p>
        </p:txBody>
      </p:sp>
      <p:sp>
        <p:nvSpPr>
          <p:cNvPr id="11" name="DeleteDemo temporary badge"/>
          <p:cNvSpPr txBox="1"/>
          <p:nvPr/>
        </p:nvSpPr>
        <p:spPr>
          <a:xfrm>
            <a:off x="1080000" y="2520000"/>
            <a:ext cx="4680000" cy="72000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b="0">
                <a:solidFill>
                  <a:srgbClr val="263346"/>
                </a:solidFill>
                <a:latin typeface="Arial"/>
                <a:ea typeface="Malgun Gothic"/>
              </a:rPr>
              <a:t>Delete this temporary badge</a:t>
            </a:r>
            <a:endParaRPr lang="en-US" sz="2000"/>
          </a:p>
        </p:txBody>
      </p:sp>
      <p:sp>
        <p:nvSpPr>
          <p:cNvPr id="12" name="Final checklist"/>
          <p:cNvSpPr txBox="1"/>
          <p:nvPr/>
        </p:nvSpPr>
        <p:spPr>
          <a:xfrm>
            <a:off x="720000" y="3960000"/>
            <a:ext cx="612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Final checks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• Change checked slides; enable Show checked slides only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• Click an inactive slide to add it to the target slides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• Check saved positions, heights, guides and deletions</a:t>
            </a:r>
            <a:endParaRPr lang="en-US" sz="1400"/>
          </a:p>
          <a:p>
            <a:pPr>
              <a:lnSpc>
                <a:spcPct val="120000"/>
              </a:lnSpc>
              <a:buNone/>
            </a:pPr>
            <a:r>
              <a:rPr lang="en-US" sz="1400" b="0">
                <a:solidFill>
                  <a:srgbClr val="536C9C"/>
                </a:solidFill>
                <a:latin typeface="Arial"/>
                <a:ea typeface="Malgun Gothic"/>
              </a:rPr>
              <a:t>• Opening a new file clears selection and undo history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Malgun Gothi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Malgun Gothi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Align and distribute</vt:lpstr>
      <vt:lpstr>Fit text box height</vt:lpstr>
      <vt:lpstr>Guides and precise moves</vt:lpstr>
      <vt:lpstr>Groups and box selection</vt:lpstr>
      <vt:lpstr>Delete, undo and save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Sync example</dc:title>
  <dc:subject>Select matching positions and move elements together</dc:subject>
  <dc:creator>Slide Sync</dc:creator>
  <cp:lastModifiedBy>Slide Sync</cp:lastModifiedBy>
  <cp:revision>1</cp:revision>
  <dcterms:created xsi:type="dcterms:W3CDTF">2026-09-14T05:47:50Z</dcterms:created>
  <dcterms:modified xsi:type="dcterms:W3CDTF">2026-09-14T05:47:50Z</dcterms:modified>
</cp:coreProperties>
</file>