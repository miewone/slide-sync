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8D6"/>
          </a:solidFill>
          <a:ln w="12700">
            <a:solidFill>
              <a:srgbClr val="4268D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389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A"/>
                </a:solidFill>
              </a:rPr>
              <a:t>SLIDE SYNC  /  EXAMPLE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987552"/>
            <a:ext cx="8229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3346"/>
                </a:solidFill>
              </a:rPr>
              <a:t>분기별 매출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" y="1719072"/>
            <a:ext cx="8229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8A9F"/>
                </a:solidFill>
              </a:rPr>
              <a:t>Sales overview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4663440" cy="2103120"/>
          </a:xfrm>
          <a:prstGeom prst="roundRect">
            <a:avLst>
              <a:gd name="adj" fmla="val 5217"/>
            </a:avLst>
          </a:prstGeom>
          <a:solidFill>
            <a:srgbClr val="E3EBFF"/>
          </a:solidFill>
          <a:ln w="12700">
            <a:solidFill>
              <a:srgbClr val="CCD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5292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5DBE"/>
                </a:solidFill>
              </a:rPr>
              <a:t>1.28억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24128" y="38404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C9C"/>
                </a:solidFill>
              </a:rPr>
              <a:t>지난 분기 대비 +12%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5603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3346"/>
                </a:solidFill>
              </a:rPr>
              <a:t>사용 방법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32004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① 왼쪽에서 적용할 슬라이드를 선택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② 숫자 위를 클릭하면 함께 선택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③ 오른쪽에서 X · Y를 입력하고 이동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89920" y="626364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390A7"/>
                </a:solidFill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8D6"/>
          </a:solidFill>
          <a:ln w="12700">
            <a:solidFill>
              <a:srgbClr val="4268D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389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A"/>
                </a:solidFill>
              </a:rPr>
              <a:t>SLIDE SYNC  /  EXAMPLE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987552"/>
            <a:ext cx="8229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3346"/>
                </a:solidFill>
              </a:rPr>
              <a:t>신규 고객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" y="1719072"/>
            <a:ext cx="8229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8A9F"/>
                </a:solidFill>
              </a:rPr>
              <a:t>Customer growth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4663440" cy="2103120"/>
          </a:xfrm>
          <a:prstGeom prst="roundRect">
            <a:avLst>
              <a:gd name="adj" fmla="val 5217"/>
            </a:avLst>
          </a:prstGeom>
          <a:solidFill>
            <a:srgbClr val="E3EBFF"/>
          </a:solidFill>
          <a:ln w="12700">
            <a:solidFill>
              <a:srgbClr val="CCD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0704" y="28849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5DBE"/>
                </a:solidFill>
              </a:rPr>
              <a:t>2,480명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24128" y="38404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C9C"/>
                </a:solidFill>
              </a:rPr>
              <a:t>지난 분기 대비 +18%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5603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3346"/>
                </a:solidFill>
              </a:rPr>
              <a:t>사용 방법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32004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① 왼쪽에서 적용할 슬라이드를 선택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② 숫자 위를 클릭하면 함께 선택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③ 오른쪽에서 X · Y를 입력하고 이동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89920" y="626364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390A7"/>
                </a:solidFill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8D6"/>
          </a:solidFill>
          <a:ln w="12700">
            <a:solidFill>
              <a:srgbClr val="4268D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389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A"/>
                </a:solidFill>
              </a:rPr>
              <a:t>SLIDE SYNC  /  EXAMPLE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987552"/>
            <a:ext cx="8229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3346"/>
                </a:solidFill>
              </a:rPr>
              <a:t>프로젝트 현황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" y="1719072"/>
            <a:ext cx="8229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8A9F"/>
                </a:solidFill>
              </a:rPr>
              <a:t>Project overview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4663440" cy="2103120"/>
          </a:xfrm>
          <a:prstGeom prst="roundRect">
            <a:avLst>
              <a:gd name="adj" fmla="val 5217"/>
            </a:avLst>
          </a:prstGeom>
          <a:solidFill>
            <a:srgbClr val="E3EBFF"/>
          </a:solidFill>
          <a:ln w="12700">
            <a:solidFill>
              <a:srgbClr val="CCD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291693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5DBE"/>
                </a:solidFill>
              </a:rPr>
              <a:t>86%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24128" y="38404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C9C"/>
                </a:solidFill>
              </a:rPr>
              <a:t>이번 분기 목표 달성률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5603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3346"/>
                </a:solidFill>
              </a:rPr>
              <a:t>사용 방법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32004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① 왼쪽에서 적용할 슬라이드를 선택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② 숫자 위를 클릭하면 함께 선택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7758D"/>
                </a:solidFill>
              </a:rPr>
              <a:t>③ 오른쪽에서 X · Y를 입력하고 이동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89920" y="626364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390A7"/>
                </a:solidFill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Sync 예제</dc:title>
  <dc:subject>동일 좌표 선택 및 일괄 이동 예제</dc:subject>
  <dc:creator>Slide Sync</dc:creator>
  <cp:lastModifiedBy>Slide Sync</cp:lastModifiedBy>
  <cp:revision>1</cp:revision>
  <dcterms:created xsi:type="dcterms:W3CDTF">2026-09-14T05:47:50Z</dcterms:created>
  <dcterms:modified xsi:type="dcterms:W3CDTF">2026-09-14T05:47:50Z</dcterms:modified>
</cp:coreProperties>
</file>