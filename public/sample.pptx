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Practice4"/>
    <p:sldId id="260" r:id="rIdPractice5"/>
    <p:sldId id="261" r:id="rIdPractice6"/>
    <p:sldId id="262" r:id="rIdPractice7"/>
    <p:sldId id="263" r:id="rIdPractice8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Practice4" Type="http://schemas.openxmlformats.org/officeDocument/2006/relationships/slide" Target="slides/slide4.xml"/><Relationship Id="rIdPractice5" Type="http://schemas.openxmlformats.org/officeDocument/2006/relationships/slide" Target="slides/slide5.xml"/><Relationship Id="rIdPractice6" Type="http://schemas.openxmlformats.org/officeDocument/2006/relationships/slide" Target="slides/slide6.xml"/><Relationship Id="rIdPractice7" Type="http://schemas.openxmlformats.org/officeDocument/2006/relationships/slide" Target="slides/slide7.xml"/><Relationship Id="rIdPractice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8D6"/>
          </a:solidFill>
          <a:ln w="12700">
            <a:solidFill>
              <a:srgbClr val="4268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</a:rPr>
              <a:t>SLIDE SYNC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46"/>
                </a:solidFill>
              </a:rPr>
              <a:t>분기별 매출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8A9F"/>
                </a:solidFill>
              </a:rPr>
              <a:t>Sales overview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3EBFF"/>
          </a:solidFill>
          <a:ln w="12700">
            <a:solidFill>
              <a:srgbClr val="CC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52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5DBE"/>
                </a:solidFill>
              </a:rPr>
              <a:t>1.28억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C9C"/>
                </a:solidFill>
              </a:rPr>
              <a:t>지난 분기 대비 +12%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346"/>
                </a:solidFill>
              </a:rPr>
              <a:t>사용 방법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① 왼쪽 번호에 1-3 입력 → 적용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② 숫자 클릭 → 세 장에서 함께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③ X·Y 이동 후 마지막 변경 취소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0A7"/>
                </a:solidFill>
              </a:rPr>
              <a:t>01</a:t>
            </a:r>
            <a:endParaRPr lang="en-US" sz="1200" dirty="0"/>
          </a:p>
        </p:txBody>
      </p:sp>
      <p:sp xmlns:a="http://schemas.openxmlformats.org/drawingml/2006/main" xmlns:p="http://schemas.openxmlformats.org/presentationml/2006/main">
        <p:nvSpPr>
          <p:cNvPr id="31" name="추가 실습 안내"/>
          <p:cNvSpPr txBox="1"/>
          <p:nvPr/>
        </p:nvSpPr>
        <p:spPr>
          <a:xfrm>
            <a:off x="720000" y="50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검색 연습: 왼쪽 선택 해제 → “매출” 검색 → 일치 선택 / Shift+Enter로 해제</a:t>
            </a:r>
            <a:endParaRPr lang="ko-KR" sz="1300"/>
          </a:p>
        </p:txBody>
      </p:sp>
      <p:sp xmlns:a="http://schemas.openxmlformats.org/drawingml/2006/main" xmlns:p="http://schemas.openxmlformats.org/presentationml/2006/main">
        <p:nvSpPr>
          <p:cNvPr id="32" name="다음 실습"/>
          <p:cNvSpPr txBox="1"/>
          <p:nvPr/>
        </p:nvSpPr>
        <p:spPr>
          <a:xfrm>
            <a:off x="720000" y="565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71809A"/>
                </a:solidFill>
                <a:latin typeface="Arial"/>
                <a:ea typeface="맑은 고딕"/>
              </a:rPr>
              <a:t>4 정렬·간격  /  5 높이 맞춤  /  6 안내선  /  7 그룹·선택  /  8 삭제·저장</a:t>
            </a:r>
            <a:endParaRPr lang="ko-KR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8D6"/>
          </a:solidFill>
          <a:ln w="12700">
            <a:solidFill>
              <a:srgbClr val="4268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</a:rPr>
              <a:t>SLIDE SYNC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46"/>
                </a:solidFill>
              </a:rPr>
              <a:t>신규 고객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8A9F"/>
                </a:solidFill>
              </a:rPr>
              <a:t>Customer growth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3EBFF"/>
          </a:solidFill>
          <a:ln w="12700">
            <a:solidFill>
              <a:srgbClr val="CC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8849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5DBE"/>
                </a:solidFill>
              </a:rPr>
              <a:t>2,480명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C9C"/>
                </a:solidFill>
              </a:rPr>
              <a:t>지난 분기 대비 +18%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346"/>
                </a:solidFill>
              </a:rPr>
              <a:t>사용 방법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① 왼쪽 번호에 1-3 입력 → 적용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② 숫자 클릭 → 세 장에서 함께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③ X·Y 이동 후 마지막 변경 취소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0A7"/>
                </a:solidFill>
              </a:rPr>
              <a:t>02</a:t>
            </a:r>
            <a:endParaRPr lang="en-US" sz="1200" dirty="0"/>
          </a:p>
        </p:txBody>
      </p:sp>
      <p:sp xmlns:a="http://schemas.openxmlformats.org/drawingml/2006/main" xmlns:p="http://schemas.openxmlformats.org/presentationml/2006/main">
        <p:nvSpPr>
          <p:cNvPr id="31" name="추가 실습 안내"/>
          <p:cNvSpPr txBox="1"/>
          <p:nvPr/>
        </p:nvSpPr>
        <p:spPr>
          <a:xfrm>
            <a:off x="720000" y="50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요소 검색: 1-3 적용 → Text와 5를 한 칸 띄어 검색 → Enter / Shift+Enter로 해제</a:t>
            </a:r>
            <a:endParaRPr lang="ko-KR" sz="1300"/>
          </a:p>
        </p:txBody>
      </p:sp>
      <p:sp xmlns:a="http://schemas.openxmlformats.org/drawingml/2006/main" xmlns:p="http://schemas.openxmlformats.org/presentationml/2006/main">
        <p:nvSpPr>
          <p:cNvPr id="32" name="다음 실습"/>
          <p:cNvSpPr txBox="1"/>
          <p:nvPr/>
        </p:nvSpPr>
        <p:spPr>
          <a:xfrm>
            <a:off x="720000" y="565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71809A"/>
                </a:solidFill>
                <a:latin typeface="Arial"/>
                <a:ea typeface="맑은 고딕"/>
              </a:rPr>
              <a:t>4 정렬·간격  /  5 높이 맞춤  /  6 안내선  /  7 그룹·선택  /  8 삭제·저장</a:t>
            </a:r>
            <a:endParaRPr lang="ko-KR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8D6"/>
          </a:solidFill>
          <a:ln w="12700">
            <a:solidFill>
              <a:srgbClr val="4268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</a:rPr>
              <a:t>SLIDE SYNC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46"/>
                </a:solidFill>
              </a:rPr>
              <a:t>프로젝트 현황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8A9F"/>
                </a:solidFill>
              </a:rPr>
              <a:t>Project overview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3EBFF"/>
          </a:solidFill>
          <a:ln w="12700">
            <a:solidFill>
              <a:srgbClr val="CC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916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5DBE"/>
                </a:solidFill>
              </a:rPr>
              <a:t>86%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C9C"/>
                </a:solidFill>
              </a:rPr>
              <a:t>이번 분기 목표 달성률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346"/>
                </a:solidFill>
              </a:rPr>
              <a:t>사용 방법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① 왼쪽 번호에 1-3 입력 → 적용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② 숫자 클릭 → 세 장에서 함께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③ X·Y 이동 후 마지막 변경 취소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0A7"/>
                </a:solidFill>
              </a:rPr>
              <a:t>03</a:t>
            </a:r>
            <a:endParaRPr lang="en-US" sz="1200" dirty="0"/>
          </a:p>
        </p:txBody>
      </p:sp>
      <p:sp xmlns:a="http://schemas.openxmlformats.org/drawingml/2006/main" xmlns:p="http://schemas.openxmlformats.org/presentationml/2006/main">
        <p:nvSpPr>
          <p:cNvPr id="31" name="추가 실습 안내"/>
          <p:cNvSpPr txBox="1"/>
          <p:nvPr/>
        </p:nvSpPr>
        <p:spPr>
          <a:xfrm>
            <a:off x="720000" y="50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동시 편집: 1-3 적용 → 제목 클릭 → 슬라이드 전체 기준 가운데 정렬</a:t>
            </a:r>
            <a:endParaRPr lang="ko-KR" sz="1300"/>
          </a:p>
        </p:txBody>
      </p:sp>
      <p:sp xmlns:a="http://schemas.openxmlformats.org/drawingml/2006/main" xmlns:p="http://schemas.openxmlformats.org/presentationml/2006/main">
        <p:nvSpPr>
          <p:cNvPr id="32" name="다음 실습"/>
          <p:cNvSpPr txBox="1"/>
          <p:nvPr/>
        </p:nvSpPr>
        <p:spPr>
          <a:xfrm>
            <a:off x="720000" y="565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71809A"/>
                </a:solidFill>
                <a:latin typeface="Arial"/>
                <a:ea typeface="맑은 고딕"/>
              </a:rPr>
              <a:t>4 정렬·간격  /  5 높이 맞춤  /  6 안내선  /  7 그룹·선택  /  8 삭제·저장</a:t>
            </a:r>
            <a:endParaRPr lang="ko-KR" sz="12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정렬과 간격 균등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띠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단원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SLIDE SYNC  /  PRACTICE</a:t>
            </a:r>
            <a:endParaRPr lang="ko-KR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2800" b="1">
                <a:solidFill>
                  <a:srgbClr val="263346"/>
                </a:solidFill>
                <a:latin typeface="Arial"/>
                <a:ea typeface="맑은 고딕"/>
              </a:rPr>
              <a:t>정렬과 간격 균등</a:t>
            </a:r>
            <a:endParaRPr lang="ko-KR" sz="2800"/>
          </a:p>
        </p:txBody>
      </p:sp>
      <p:sp>
        <p:nvSpPr>
          <p:cNvPr id="5" name="부제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67758D"/>
                </a:solidFill>
                <a:latin typeface="Arial"/>
                <a:ea typeface="맑은 고딕"/>
              </a:rPr>
              <a:t>일부러 어긋난 카드의 경계와 간격을 맞춰 보세요.</a:t>
            </a:r>
            <a:endParaRPr lang="ko-KR" sz="1400"/>
          </a:p>
        </p:txBody>
      </p:sp>
      <p:sp>
        <p:nvSpPr>
          <p:cNvPr id="6" name="안내 패널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안내 제목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1">
                <a:solidFill>
                  <a:srgbClr val="263346"/>
                </a:solidFill>
                <a:latin typeface="Arial"/>
                <a:ea typeface="맑은 고딕"/>
              </a:rPr>
              <a:t>직접 해보기</a:t>
            </a:r>
            <a:endParaRPr lang="ko-KR" sz="1800"/>
          </a:p>
        </p:txBody>
      </p:sp>
      <p:sp>
        <p:nvSpPr>
          <p:cNvPr id="8" name="조작 안내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① 오른쪽에서 가로 + 카드 붙여 검색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Enter로 카드 3개 선택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② 기준: 선택한 요소들의 영역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상단 → 가로 간격 균등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③ 마지막 변경 취소로 되돌린 뒤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중단·하단도 각각 실행/취소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④ 비우기 → 세로 + 카드 붙여 검색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왼쪽 → 세로 간격 균등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⑤ 가운데·오른쪽도 실행/취소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⑥ 카드 하나만 클릭한 뒤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슬라이드 전체 기준도 체험</a:t>
            </a:r>
            <a:endParaRPr lang="ko-KR" sz="1400"/>
          </a:p>
        </p:txBody>
      </p:sp>
      <p:sp>
        <p:nvSpPr>
          <p:cNvPr id="9" name="공통 도움말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시작: 왼쪽 번호로 현재 장만 적용 → 오른쪽 선택 결과에서 비우기</a:t>
            </a:r>
            <a:endParaRPr lang="ko-KR" sz="1100"/>
          </a:p>
        </p:txBody>
      </p:sp>
      <p:sp>
        <p:nvSpPr>
          <p:cNvPr id="10" name="페이지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8390A7"/>
                </a:solidFill>
                <a:latin typeface="Arial"/>
                <a:ea typeface="맑은 고딕"/>
              </a:rPr>
              <a:t>04</a:t>
            </a:r>
            <a:endParaRPr lang="ko-KR" sz="1200"/>
          </a:p>
        </p:txBody>
      </p:sp>
      <p:sp>
        <p:nvSpPr>
          <p:cNvPr id="11" name="가로카드 1"/>
          <p:cNvSpPr txBox="1"/>
          <p:nvPr/>
        </p:nvSpPr>
        <p:spPr>
          <a:xfrm>
            <a:off x="720000" y="2484000"/>
            <a:ext cx="1332000" cy="576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카드 1</a:t>
            </a:r>
            <a:endParaRPr lang="ko-KR" sz="1800"/>
          </a:p>
        </p:txBody>
      </p:sp>
      <p:sp>
        <p:nvSpPr>
          <p:cNvPr id="12" name="가로카드 2"/>
          <p:cNvSpPr txBox="1"/>
          <p:nvPr/>
        </p:nvSpPr>
        <p:spPr>
          <a:xfrm>
            <a:off x="2340000" y="2736000"/>
            <a:ext cx="1512000" cy="576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카드 2</a:t>
            </a:r>
            <a:endParaRPr lang="ko-KR" sz="1800"/>
          </a:p>
        </p:txBody>
      </p:sp>
      <p:sp>
        <p:nvSpPr>
          <p:cNvPr id="13" name="가로카드 3"/>
          <p:cNvSpPr txBox="1"/>
          <p:nvPr/>
        </p:nvSpPr>
        <p:spPr>
          <a:xfrm>
            <a:off x="4752000" y="2304000"/>
            <a:ext cx="1692000" cy="576000"/>
          </a:xfrm>
          <a:prstGeom prst="rect">
            <a:avLst/>
          </a:prstGeom>
          <a:solidFill>
            <a:srgbClr val="FFE9C9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카드 3</a:t>
            </a:r>
            <a:endParaRPr lang="ko-KR" sz="1800"/>
          </a:p>
        </p:txBody>
      </p:sp>
      <p:sp>
        <p:nvSpPr>
          <p:cNvPr id="14" name="세로카드 1"/>
          <p:cNvSpPr txBox="1"/>
          <p:nvPr/>
        </p:nvSpPr>
        <p:spPr>
          <a:xfrm>
            <a:off x="900000" y="3672000"/>
            <a:ext cx="1800000" cy="432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600" b="0">
                <a:solidFill>
                  <a:srgbClr val="263346"/>
                </a:solidFill>
                <a:latin typeface="Arial"/>
                <a:ea typeface="맑은 고딕"/>
              </a:rPr>
              <a:t>항목 1</a:t>
            </a:r>
            <a:endParaRPr lang="ko-KR" sz="1600"/>
          </a:p>
        </p:txBody>
      </p:sp>
      <p:sp>
        <p:nvSpPr>
          <p:cNvPr id="15" name="세로카드 2"/>
          <p:cNvSpPr txBox="1"/>
          <p:nvPr/>
        </p:nvSpPr>
        <p:spPr>
          <a:xfrm>
            <a:off x="1440000" y="4320000"/>
            <a:ext cx="1800000" cy="432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600" b="0">
                <a:solidFill>
                  <a:srgbClr val="263346"/>
                </a:solidFill>
                <a:latin typeface="Arial"/>
                <a:ea typeface="맑은 고딕"/>
              </a:rPr>
              <a:t>항목 2</a:t>
            </a:r>
            <a:endParaRPr lang="ko-KR" sz="1600"/>
          </a:p>
        </p:txBody>
      </p:sp>
      <p:sp>
        <p:nvSpPr>
          <p:cNvPr id="16" name="세로카드 3"/>
          <p:cNvSpPr txBox="1"/>
          <p:nvPr/>
        </p:nvSpPr>
        <p:spPr>
          <a:xfrm>
            <a:off x="1080000" y="5400000"/>
            <a:ext cx="1800000" cy="432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600" b="0">
                <a:solidFill>
                  <a:srgbClr val="263346"/>
                </a:solidFill>
                <a:latin typeface="Arial"/>
                <a:ea typeface="맑은 고딕"/>
              </a:rPr>
              <a:t>항목 3</a:t>
            </a:r>
            <a:endParaRPr lang="ko-KR" sz="16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텍스트 상자 높이 맞춤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띠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단원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SLIDE SYNC  /  PRACTICE</a:t>
            </a:r>
            <a:endParaRPr lang="ko-KR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2800" b="1">
                <a:solidFill>
                  <a:srgbClr val="263346"/>
                </a:solidFill>
                <a:latin typeface="Arial"/>
                <a:ea typeface="맑은 고딕"/>
              </a:rPr>
              <a:t>텍스트 상자 높이 맞춤</a:t>
            </a:r>
            <a:endParaRPr lang="ko-KR" sz="2800"/>
          </a:p>
        </p:txBody>
      </p:sp>
      <p:sp>
        <p:nvSpPr>
          <p:cNvPr id="5" name="부제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67758D"/>
                </a:solidFill>
                <a:latin typeface="Arial"/>
                <a:ea typeface="맑은 고딕"/>
              </a:rPr>
              <a:t>짧은 상자는 늘어나고, 불필요하게 큰 상자는 줄어듭니다.</a:t>
            </a:r>
            <a:endParaRPr lang="ko-KR" sz="1400"/>
          </a:p>
        </p:txBody>
      </p:sp>
      <p:sp>
        <p:nvSpPr>
          <p:cNvPr id="6" name="안내 패널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안내 제목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1">
                <a:solidFill>
                  <a:srgbClr val="263346"/>
                </a:solidFill>
                <a:latin typeface="Arial"/>
                <a:ea typeface="맑은 고딕"/>
              </a:rPr>
              <a:t>직접 해보기</a:t>
            </a:r>
            <a:endParaRPr lang="ko-KR" sz="1800"/>
          </a:p>
        </p:txBody>
      </p:sp>
      <p:sp>
        <p:nvSpPr>
          <p:cNvPr id="8" name="조작 안내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① 높이 + 실습 붙여 검색 → Enter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② 텍스트 상자 맞춤 펼치기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③ 현재 선택한 텍스트 상자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→ 텍스트에 맞게 높이 조정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④ 두 상자의 높이 변화 확인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⑤ 마지막 변경 취소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⑥ 적용 슬라이드의 모든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텍스트 상자로 대상 변경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→ 높이 조정을 다시 실행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⑦ 제목·안내문도 함께 바뀜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확인 후 실행 취소</a:t>
            </a:r>
            <a:endParaRPr lang="ko-KR" sz="1400"/>
          </a:p>
        </p:txBody>
      </p:sp>
      <p:sp>
        <p:nvSpPr>
          <p:cNvPr id="9" name="공통 도움말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시작: 왼쪽 번호로 현재 장만 적용 → 오른쪽 선택 결과에서 비우기</a:t>
            </a:r>
            <a:endParaRPr lang="ko-KR" sz="1100"/>
          </a:p>
        </p:txBody>
      </p:sp>
      <p:sp>
        <p:nvSpPr>
          <p:cNvPr id="10" name="페이지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8390A7"/>
                </a:solidFill>
                <a:latin typeface="Arial"/>
                <a:ea typeface="맑은 고딕"/>
              </a:rPr>
              <a:t>05</a:t>
            </a:r>
            <a:endParaRPr lang="ko-KR" sz="1200"/>
          </a:p>
        </p:txBody>
      </p:sp>
      <p:sp>
        <p:nvSpPr>
          <p:cNvPr id="11" name="짧은 상자 설명"/>
          <p:cNvSpPr txBox="1"/>
          <p:nvPr/>
        </p:nvSpPr>
        <p:spPr>
          <a:xfrm>
            <a:off x="720000" y="2232000"/>
            <a:ext cx="61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500" b="1">
                <a:solidFill>
                  <a:srgbClr val="263346"/>
                </a:solidFill>
                <a:latin typeface="Arial"/>
                <a:ea typeface="맑은 고딕"/>
              </a:rPr>
              <a:t>A. 높이가 부족한 상자</a:t>
            </a:r>
            <a:endParaRPr lang="ko-KR" sz="1500"/>
          </a:p>
        </p:txBody>
      </p:sp>
      <p:sp>
        <p:nvSpPr>
          <p:cNvPr id="12" name="높이실습 늘리기"/>
          <p:cNvSpPr txBox="1"/>
          <p:nvPr/>
        </p:nvSpPr>
        <p:spPr>
          <a:xfrm>
            <a:off x="720000" y="2700000"/>
            <a:ext cx="5760000" cy="234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프로젝트 진행 보고</a:t>
            </a:r>
            <a:endParaRPr lang="ko-KR" sz="1800"/>
          </a:p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설계와 구현을 마쳤습니다.</a:t>
            </a:r>
            <a:endParaRPr lang="ko-KR" sz="1800"/>
          </a:p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다음 단계는 사용자 검증입니다.</a:t>
            </a:r>
            <a:endParaRPr lang="ko-KR" sz="1800"/>
          </a:p>
        </p:txBody>
      </p:sp>
      <p:sp>
        <p:nvSpPr>
          <p:cNvPr id="13" name="큰 상자 설명"/>
          <p:cNvSpPr txBox="1"/>
          <p:nvPr/>
        </p:nvSpPr>
        <p:spPr>
          <a:xfrm>
            <a:off x="720000" y="3960000"/>
            <a:ext cx="61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500" b="1">
                <a:solidFill>
                  <a:srgbClr val="263346"/>
                </a:solidFill>
                <a:latin typeface="Arial"/>
                <a:ea typeface="맑은 고딕"/>
              </a:rPr>
              <a:t>B. 내용보다 큰 상자</a:t>
            </a:r>
            <a:endParaRPr lang="ko-KR" sz="1500"/>
          </a:p>
        </p:txBody>
      </p:sp>
      <p:sp>
        <p:nvSpPr>
          <p:cNvPr id="14" name="높이실습 줄이기"/>
          <p:cNvSpPr txBox="1"/>
          <p:nvPr/>
        </p:nvSpPr>
        <p:spPr>
          <a:xfrm>
            <a:off x="720000" y="4392000"/>
            <a:ext cx="5760000" cy="1512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검토 완료: 다음 단계로 진행합니다.</a:t>
            </a:r>
            <a:endParaRPr lang="ko-KR" sz="18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안내선과 정밀 이동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띠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단원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SLIDE SYNC  /  PRACTICE</a:t>
            </a:r>
            <a:endParaRPr lang="ko-KR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2800" b="1">
                <a:solidFill>
                  <a:srgbClr val="263346"/>
                </a:solidFill>
                <a:latin typeface="Arial"/>
                <a:ea typeface="맑은 고딕"/>
              </a:rPr>
              <a:t>안내선과 정밀 이동</a:t>
            </a:r>
            <a:endParaRPr lang="ko-KR" sz="2800"/>
          </a:p>
        </p:txBody>
      </p:sp>
      <p:sp>
        <p:nvSpPr>
          <p:cNvPr id="5" name="부제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67758D"/>
                </a:solidFill>
                <a:latin typeface="Arial"/>
                <a:ea typeface="맑은 고딕"/>
              </a:rPr>
              <a:t>공통 안내선을 만들고, 카드의 경계나 중심을 맞춰 보세요.</a:t>
            </a:r>
            <a:endParaRPr lang="ko-KR" sz="1400"/>
          </a:p>
        </p:txBody>
      </p:sp>
      <p:sp>
        <p:nvSpPr>
          <p:cNvPr id="6" name="안내 패널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안내 제목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1">
                <a:solidFill>
                  <a:srgbClr val="263346"/>
                </a:solidFill>
                <a:latin typeface="Arial"/>
                <a:ea typeface="맑은 고딕"/>
              </a:rPr>
              <a:t>직접 해보기</a:t>
            </a:r>
            <a:endParaRPr lang="ko-KR" sz="1800"/>
          </a:p>
        </p:txBody>
      </p:sp>
      <p:sp>
        <p:nvSpPr>
          <p:cNvPr id="8" name="조작 안내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① 안내선 펼치기 → 표시 켜기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② + 세로 안내선 → 위치 10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→ 적용 / 가로선은 위치 9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③ 이동할 때 안내선에 맞추기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켜기 → 카드를 선 근처로 이동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④ Alt+드래그로 맞추기 해제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Shift+드래그로 축 고정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⑤ 안내선을 드래그하여 편집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켜기 → 선을 드래그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⑥ 선 선택 → 삭제 → 실행 취소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표시 끄기/켜기도 확인</a:t>
            </a:r>
            <a:endParaRPr lang="ko-KR" sz="1400"/>
          </a:p>
        </p:txBody>
      </p:sp>
      <p:sp>
        <p:nvSpPr>
          <p:cNvPr id="9" name="공통 도움말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시작: 왼쪽 번호로 현재 장만 적용 → 오른쪽 선택 결과에서 비우기</a:t>
            </a:r>
            <a:endParaRPr lang="ko-KR" sz="1100"/>
          </a:p>
        </p:txBody>
      </p:sp>
      <p:sp>
        <p:nvSpPr>
          <p:cNvPr id="10" name="페이지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8390A7"/>
                </a:solidFill>
                <a:latin typeface="Arial"/>
                <a:ea typeface="맑은 고딕"/>
              </a:rPr>
              <a:t>06</a:t>
            </a:r>
            <a:endParaRPr lang="ko-KR" sz="1200"/>
          </a:p>
        </p:txBody>
      </p:sp>
      <p:sp>
        <p:nvSpPr>
          <p:cNvPr id="11" name="이동실습 카드"/>
          <p:cNvSpPr txBox="1"/>
          <p:nvPr/>
        </p:nvSpPr>
        <p:spPr>
          <a:xfrm>
            <a:off x="1080000" y="2880000"/>
            <a:ext cx="3240000" cy="900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나를 안내선에 맞추세요</a:t>
            </a:r>
            <a:endParaRPr lang="ko-KR" sz="1800"/>
          </a:p>
        </p:txBody>
      </p:sp>
      <p:sp>
        <p:nvSpPr>
          <p:cNvPr id="12" name="이동 보조 안내"/>
          <p:cNvSpPr txBox="1"/>
          <p:nvPr/>
        </p:nvSpPr>
        <p:spPr>
          <a:xfrm>
            <a:off x="720000" y="4320000"/>
            <a:ext cx="6120000" cy="14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숫자 이동: 카드 선택 → 모두 같은 위치로 맞추기</a:t>
            </a:r>
            <a:endParaRPr lang="ko-KR" sz="1300"/>
          </a:p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X 3 / Y 8 → 적용 후 같은 거리만큼 이동하기</a:t>
            </a:r>
            <a:endParaRPr lang="ko-KR" sz="1300"/>
          </a:p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X 1 / Y 0.5 → 이동. 방향키로 미세 이동도 체험.</a:t>
            </a:r>
            <a:endParaRPr lang="ko-KR" sz="1300"/>
          </a:p>
          <a:p>
            <a:pPr>
              <a:lnSpc>
                <a:spcPct val="120000"/>
              </a:lnSpc>
              <a:buNone/>
            </a:pPr>
            <a:r>
              <a:rPr lang="ko-KR" sz="1300" b="0">
                <a:solidFill>
                  <a:srgbClr val="536C9C"/>
                </a:solidFill>
                <a:latin typeface="Arial"/>
                <a:ea typeface="맑은 고딕"/>
              </a:rPr>
              <a:t>공통 안내선은 전체 슬라이드와 저장 파일에 적용됩니다.</a:t>
            </a:r>
            <a:endParaRPr lang="ko-KR" sz="13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그룹과 범위 선택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띠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단원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SLIDE SYNC  /  PRACTICE</a:t>
            </a:r>
            <a:endParaRPr lang="ko-KR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2800" b="1">
                <a:solidFill>
                  <a:srgbClr val="263346"/>
                </a:solidFill>
                <a:latin typeface="Arial"/>
                <a:ea typeface="맑은 고딕"/>
              </a:rPr>
              <a:t>그룹과 범위 선택</a:t>
            </a:r>
            <a:endParaRPr lang="ko-KR" sz="2800"/>
          </a:p>
        </p:txBody>
      </p:sp>
      <p:sp>
        <p:nvSpPr>
          <p:cNvPr id="5" name="부제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67758D"/>
                </a:solidFill>
                <a:latin typeface="Arial"/>
                <a:ea typeface="맑은 고딕"/>
              </a:rPr>
              <a:t>그룹은 하나로 움직이고, 여러 요소는 범위로 고를 수 있습니다.</a:t>
            </a:r>
            <a:endParaRPr lang="ko-KR" sz="1400"/>
          </a:p>
        </p:txBody>
      </p:sp>
      <p:sp>
        <p:nvSpPr>
          <p:cNvPr id="6" name="안내 패널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안내 제목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1">
                <a:solidFill>
                  <a:srgbClr val="263346"/>
                </a:solidFill>
                <a:latin typeface="Arial"/>
                <a:ea typeface="맑은 고딕"/>
              </a:rPr>
              <a:t>직접 해보기</a:t>
            </a:r>
            <a:endParaRPr lang="ko-KR" sz="1800"/>
          </a:p>
        </p:txBody>
      </p:sp>
      <p:sp>
        <p:nvSpPr>
          <p:cNvPr id="8" name="조작 안내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① 실습 + 그룹 붙여 검색 → Enter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그룹 전체가 선택되는지 확인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② 그룹을 드래그해 이동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마지막 변경 취소로 복원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③ 비우기 → 빈 곳에서 드래그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아래 작은 카드 둘을 감싸기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④ Ctrl·Shift·Cmd+클릭으로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선택 추가/해제 → Esc로 비우기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⑤ 영역 선택 켜기 → 그룹 위에서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범위를 그려 작은 카드 선택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⑥ 선택 결과 펼치기/접기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카테고리 상태 유지 확인</a:t>
            </a:r>
            <a:endParaRPr lang="ko-KR" sz="1400"/>
          </a:p>
        </p:txBody>
      </p:sp>
      <p:sp>
        <p:nvSpPr>
          <p:cNvPr id="9" name="공통 도움말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시작: 왼쪽 번호로 현재 장만 적용 → 오른쪽 선택 결과에서 비우기</a:t>
            </a:r>
            <a:endParaRPr lang="ko-KR" sz="1100"/>
          </a:p>
        </p:txBody>
      </p:sp>
      <p:sp>
        <p:nvSpPr>
          <p:cNvPr id="10" name="페이지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8390A7"/>
                </a:solidFill>
                <a:latin typeface="Arial"/>
                <a:ea typeface="맑은 고딕"/>
              </a:rPr>
              <a:t>07</a:t>
            </a:r>
            <a:endParaRPr lang="ko-KR" sz="1200"/>
          </a:p>
        </p:txBody>
      </p:sp>
      <p:grpSp>
        <p:nvGrpSpPr>
          <p:cNvPr id="13" name="실습그룹"/>
          <p:cNvGrpSpPr/>
          <p:nvPr/>
        </p:nvGrpSpPr>
        <p:grpSpPr>
          <a:xfrm>
            <a:off x="720000" y="2520000"/>
            <a:ext cx="5400000" cy="1080000"/>
            <a:chOff x="720000" y="2520000"/>
            <a:chExt cx="5400000" cy="1080000"/>
          </a:xfrm>
        </p:grpSpPr>
        <p:sp>
          <p:nvSpPr>
            <p:cNvPr id="11" name="그룹 배경"/>
            <p:cNvSpPr txBox="0"/>
            <p:nvPr/>
          </p:nvSpPr>
          <p:spPr>
            <a:xfrm>
              <a:off x="720000" y="2520000"/>
              <a:ext cx="5400000" cy="1080000"/>
            </a:xfrm>
            <a:prstGeom prst="rect">
              <a:avLst/>
            </a:prstGeom>
            <a:solidFill>
              <a:srgbClr val="DCE7FF"/>
            </a:solidFill>
            <a:ln>
              <a:noFill/>
            </a:ln>
          </p:spPr>
        </p:sp>
        <p:sp>
          <p:nvSpPr>
            <p:cNvPr id="12" name="그룹 내부 검색어"/>
            <p:cNvSpPr txBox="1"/>
            <p:nvPr/>
          </p:nvSpPr>
          <p:spPr>
            <a:xfrm>
              <a:off x="1080000" y="2808000"/>
              <a:ext cx="468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54000" tIns="36000" rIns="54000" bIns="36000" anchor="t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ko-KR" sz="2000" b="1">
                  <a:solidFill>
                    <a:srgbClr val="263346"/>
                  </a:solidFill>
                  <a:latin typeface="Arial"/>
                  <a:ea typeface="맑은 고딕"/>
                </a:rPr>
                <a:t>함께 이동하는 팀 카드</a:t>
              </a:r>
              <a:endParaRPr lang="ko-KR" sz="2000"/>
            </a:p>
          </p:txBody>
        </p:sp>
      </p:grpSp>
      <p:sp>
        <p:nvSpPr>
          <p:cNvPr id="14" name="범위카드 1"/>
          <p:cNvSpPr txBox="1"/>
          <p:nvPr/>
        </p:nvSpPr>
        <p:spPr>
          <a:xfrm>
            <a:off x="1080000" y="4320000"/>
            <a:ext cx="2160000" cy="72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카드 A</a:t>
            </a:r>
            <a:endParaRPr lang="ko-KR" sz="1800"/>
          </a:p>
        </p:txBody>
      </p:sp>
      <p:sp>
        <p:nvSpPr>
          <p:cNvPr id="15" name="범위카드 2"/>
          <p:cNvSpPr txBox="1"/>
          <p:nvPr/>
        </p:nvSpPr>
        <p:spPr>
          <a:xfrm>
            <a:off x="3960000" y="4608000"/>
            <a:ext cx="2160000" cy="720000"/>
          </a:xfrm>
          <a:prstGeom prst="rect">
            <a:avLst/>
          </a:prstGeom>
          <a:solidFill>
            <a:srgbClr val="FFE9C9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0">
                <a:solidFill>
                  <a:srgbClr val="263346"/>
                </a:solidFill>
                <a:latin typeface="Arial"/>
                <a:ea typeface="맑은 고딕"/>
              </a:rPr>
              <a:t>카드 B</a:t>
            </a:r>
            <a:endParaRPr lang="ko-KR" sz="18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삭제·실행 취소·저장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띠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단원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SLIDE SYNC  /  PRACTICE</a:t>
            </a:r>
            <a:endParaRPr lang="ko-KR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2800" b="1">
                <a:solidFill>
                  <a:srgbClr val="263346"/>
                </a:solidFill>
                <a:latin typeface="Arial"/>
                <a:ea typeface="맑은 고딕"/>
              </a:rPr>
              <a:t>삭제·실행 취소·저장</a:t>
            </a:r>
            <a:endParaRPr lang="ko-KR" sz="2800"/>
          </a:p>
        </p:txBody>
      </p:sp>
      <p:sp>
        <p:nvSpPr>
          <p:cNvPr id="5" name="부제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67758D"/>
                </a:solidFill>
                <a:latin typeface="Arial"/>
                <a:ea typeface="맑은 고딕"/>
              </a:rPr>
              <a:t>불필요한 요소를 지운 뒤, 수정본을 내려받아 다시 열어 보세요.</a:t>
            </a:r>
            <a:endParaRPr lang="ko-KR" sz="1400"/>
          </a:p>
        </p:txBody>
      </p:sp>
      <p:sp>
        <p:nvSpPr>
          <p:cNvPr id="6" name="안내 패널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안내 제목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800" b="1">
                <a:solidFill>
                  <a:srgbClr val="263346"/>
                </a:solidFill>
                <a:latin typeface="Arial"/>
                <a:ea typeface="맑은 고딕"/>
              </a:rPr>
              <a:t>직접 해보기</a:t>
            </a:r>
            <a:endParaRPr lang="ko-KR" sz="1800"/>
          </a:p>
        </p:txBody>
      </p:sp>
      <p:sp>
        <p:nvSpPr>
          <p:cNvPr id="8" name="조작 안내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① 삭제 + 실습 붙여 검색 → Enter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② 선택 요소 삭제 누르기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③ 마지막 변경 취소로 복원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④ Delete 또는 Backspace로 삭제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Ctrl·Cmd+Z로 다시 복원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⑤ 수정본 다운로드 → 파일 저장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⑥ PPTX 열기 또는 파일 드롭으로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저장한 수정본 다시 열기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⑦ 최근 PPTX → 보관 파일 열기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   불필요한 보관 항목 삭제 체험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※ 편집 내용은 자동 저장되지 않음</a:t>
            </a:r>
            <a:endParaRPr lang="ko-KR" sz="1400"/>
          </a:p>
        </p:txBody>
      </p:sp>
      <p:sp>
        <p:nvSpPr>
          <p:cNvPr id="9" name="공통 도움말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100" b="0">
                <a:solidFill>
                  <a:srgbClr val="71809A"/>
                </a:solidFill>
                <a:latin typeface="Arial"/>
                <a:ea typeface="맑은 고딕"/>
              </a:rPr>
              <a:t>시작: 왼쪽 번호로 현재 장만 적용 → 오른쪽 선택 결과에서 비우기</a:t>
            </a:r>
            <a:endParaRPr lang="ko-KR" sz="1100"/>
          </a:p>
        </p:txBody>
      </p:sp>
      <p:sp>
        <p:nvSpPr>
          <p:cNvPr id="10" name="페이지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200" b="0">
                <a:solidFill>
                  <a:srgbClr val="8390A7"/>
                </a:solidFill>
                <a:latin typeface="Arial"/>
                <a:ea typeface="맑은 고딕"/>
              </a:rPr>
              <a:t>08</a:t>
            </a:r>
            <a:endParaRPr lang="ko-KR" sz="1200"/>
          </a:p>
        </p:txBody>
      </p:sp>
      <p:sp>
        <p:nvSpPr>
          <p:cNvPr id="11" name="삭제실습 임시 배지"/>
          <p:cNvSpPr txBox="1"/>
          <p:nvPr/>
        </p:nvSpPr>
        <p:spPr>
          <a:xfrm>
            <a:off x="1080000" y="2520000"/>
            <a:ext cx="4680000" cy="72000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2000" b="0">
                <a:solidFill>
                  <a:srgbClr val="263346"/>
                </a:solidFill>
                <a:latin typeface="Arial"/>
                <a:ea typeface="맑은 고딕"/>
              </a:rPr>
              <a:t>삭제할 임시 배지</a:t>
            </a:r>
            <a:endParaRPr lang="ko-KR" sz="2000"/>
          </a:p>
        </p:txBody>
      </p:sp>
      <p:sp>
        <p:nvSpPr>
          <p:cNvPr id="12" name="최종 확인"/>
          <p:cNvSpPr txBox="1"/>
          <p:nvPr/>
        </p:nvSpPr>
        <p:spPr>
          <a:xfrm>
            <a:off x="720000" y="3960000"/>
            <a:ext cx="612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마지막 확인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• 왼쪽 체크를 바꾸고 선택한 슬라이드만 보기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• 비활성 슬라이드 클릭으로 적용 대상에 추가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• 저장한 파일에 위치·높이·안내선·삭제 결과 확인</a:t>
            </a:r>
            <a:endParaRPr lang="ko-KR" sz="1400"/>
          </a:p>
          <a:p>
            <a:pPr>
              <a:lnSpc>
                <a:spcPct val="120000"/>
              </a:lnSpc>
              <a:buNone/>
            </a:pPr>
            <a:r>
              <a:rPr lang="ko-KR" sz="1400" b="0">
                <a:solidFill>
                  <a:srgbClr val="536C9C"/>
                </a:solidFill>
                <a:latin typeface="Arial"/>
                <a:ea typeface="맑은 고딕"/>
              </a:rPr>
              <a:t>• 새 파일을 열면 선택과 실행 취소 기록은 초기화</a:t>
            </a:r>
            <a:endParaRPr lang="ko-KR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정렬과 간격 균등</vt:lpstr>
      <vt:lpstr>텍스트 상자 높이 맞춤</vt:lpstr>
      <vt:lpstr>안내선과 정밀 이동</vt:lpstr>
      <vt:lpstr>그룹과 범위 선택</vt:lpstr>
      <vt:lpstr>삭제·실행 취소·저장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Sync 예제</dc:title>
  <dc:subject>동일 좌표 선택 및 일괄 이동 예제</dc:subject>
  <dc:creator>Slide Sync</dc:creator>
  <cp:lastModifiedBy>Slide Sync</cp:lastModifiedBy>
  <cp:revision>1</cp:revision>
  <dcterms:created xsi:type="dcterms:W3CDTF">2026-09-14T05:47:50Z</dcterms:created>
  <dcterms:modified xsi:type="dcterms:W3CDTF">2026-09-14T05:47:50Z</dcterms:modified>
</cp:coreProperties>
</file>